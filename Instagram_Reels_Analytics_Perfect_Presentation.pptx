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Instagram Reels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Full-Stack Web Application for Social Media Analytics</a:t>
            </a:r>
          </a:p>
          <a:p/>
          <a:p>
            <a:r>
              <a:t>Student Name: Laksh Sharma</a:t>
            </a:r>
          </a:p>
          <a:p>
            <a:r>
              <a:t>Course: 22CS411 - Advanced Web Development</a:t>
            </a:r>
          </a:p>
          <a:p>
            <a:r>
              <a:t>Date: December 2024</a:t>
            </a:r>
          </a:p>
          <a:p>
            <a:r>
              <a:t>Institution: Chitkara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Overview &amp; Problem Statement</a:t>
            </a:r>
          </a:p>
          <a:p>
            <a:r>
              <a:t>2. Technical Architecture &amp; Design</a:t>
            </a:r>
          </a:p>
          <a:p>
            <a:r>
              <a:t>3. Core Features &amp; Implementation</a:t>
            </a:r>
          </a:p>
          <a:p>
            <a:r>
              <a:t>4. Database Design &amp; Security</a:t>
            </a:r>
          </a:p>
          <a:p>
            <a:r>
              <a:t>5. User Interface &amp; Experience</a:t>
            </a:r>
          </a:p>
          <a:p>
            <a:r>
              <a:t>6. Performance Metrics &amp; Testing</a:t>
            </a:r>
          </a:p>
          <a:p>
            <a:r>
              <a:t>7. Challenges &amp; Solutions</a:t>
            </a:r>
          </a:p>
          <a:p>
            <a:r>
              <a:t>8. Code Examples &amp; Demo</a:t>
            </a:r>
          </a:p>
          <a:p>
            <a:r>
              <a:t>9. Future Enhancements</a:t>
            </a:r>
          </a:p>
          <a:p>
            <a:r>
              <a:t>10. Conclusion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Instagram Reels Analytics Dashboard?</a:t>
            </a:r>
          </a:p>
          <a:p/>
          <a:p>
            <a:r>
              <a:t>• Comprehensive analytics platform for Instagram content creators</a:t>
            </a:r>
          </a:p>
          <a:p>
            <a:r>
              <a:t>• Real-time data import and performance tracking system</a:t>
            </a:r>
          </a:p>
          <a:p>
            <a:r>
              <a:t>• Team collaboration features with advanced analytics</a:t>
            </a:r>
          </a:p>
          <a:p>
            <a:r>
              <a:t>• Gamification elements to encourage consistent posting</a:t>
            </a:r>
          </a:p>
          <a:p/>
          <a:p>
            <a:r>
              <a:t>Key Statistics:</a:t>
            </a:r>
          </a:p>
          <a:p>
            <a:r>
              <a:t>• 15,000+ lines of TypeScript/JavaScript code</a:t>
            </a:r>
          </a:p>
          <a:p>
            <a:r>
              <a:t>• 50+ React components with modern architecture</a:t>
            </a:r>
          </a:p>
          <a:p>
            <a:r>
              <a:t>• 4 major third-party API integrations</a:t>
            </a:r>
          </a:p>
          <a:p>
            <a:r>
              <a:t>• Full-stack application with real-time capabilities</a:t>
            </a:r>
          </a:p>
          <a:p>
            <a:r>
              <a:t>• Mobile-responsive design with 99% uptime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Social Media Analytics:</a:t>
            </a:r>
          </a:p>
          <a:p/>
          <a:p>
            <a:r>
              <a:t>• Limited insights from native Instagram analytics</a:t>
            </a:r>
          </a:p>
          <a:p>
            <a:r>
              <a:t>• No team collaboration or comparison features</a:t>
            </a:r>
          </a:p>
          <a:p>
            <a:r>
              <a:t>• Manual data collection and analysis processes</a:t>
            </a:r>
          </a:p>
          <a:p>
            <a:r>
              <a:t>• Lack of historical performance tracking</a:t>
            </a:r>
          </a:p>
          <a:p>
            <a:r>
              <a:t>• No automated reporting or trend analysis</a:t>
            </a:r>
          </a:p>
          <a:p/>
          <a:p>
            <a:r>
              <a:t>Our Comprehensive Solution:</a:t>
            </a:r>
          </a:p>
          <a:p>
            <a:r>
              <a:t>• Automated data import from Instagram APIs</a:t>
            </a:r>
          </a:p>
          <a:p>
            <a:r>
              <a:t>• Real-time analytics dashboard with visualizations</a:t>
            </a:r>
          </a:p>
          <a:p>
            <a:r>
              <a:t>• Team collaboration with role-based access control</a:t>
            </a:r>
          </a:p>
          <a:p>
            <a:r>
              <a:t>• Historical data preservation and trend analysis</a:t>
            </a:r>
          </a:p>
          <a:p>
            <a:r>
              <a:t>• Advanced reporting and export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Technology Stack:</a:t>
            </a:r>
          </a:p>
          <a:p>
            <a:r>
              <a:t>• React 18 with TypeScript for type safety</a:t>
            </a:r>
          </a:p>
          <a:p>
            <a:r>
              <a:t>• Vite for lightning-fast development builds</a:t>
            </a:r>
          </a:p>
          <a:p>
            <a:r>
              <a:t>• Tailwind CSS + shadcn/ui for modern styling</a:t>
            </a:r>
          </a:p>
          <a:p>
            <a:r>
              <a:t>• TanStack Query for efficient data management</a:t>
            </a:r>
          </a:p>
          <a:p>
            <a:r>
              <a:t>• Recharts for interactive data visualizations</a:t>
            </a:r>
          </a:p>
          <a:p>
            <a:r>
              <a:t>• React Router for seamless navigation</a:t>
            </a:r>
          </a:p>
          <a:p/>
          <a:p>
            <a:r>
              <a:t>Backend Technology Stack:</a:t>
            </a:r>
          </a:p>
          <a:p>
            <a:r>
              <a:t>• Node.js with Express.js framework</a:t>
            </a:r>
          </a:p>
          <a:p>
            <a:r>
              <a:t>• Supabase (PostgreSQL) for database operations</a:t>
            </a:r>
          </a:p>
          <a:p>
            <a:r>
              <a:t>• Clerk Authentication for secure user management</a:t>
            </a:r>
          </a:p>
          <a:p>
            <a:r>
              <a:t>• Dual API integration (Apify + Custom scraper)</a:t>
            </a:r>
          </a:p>
          <a:p>
            <a:r>
              <a:t>• Real-time subscriptions for live data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-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Analytics Features:</a:t>
            </a:r>
          </a:p>
          <a:p>
            <a:r>
              <a:t>• Individual creator performance tracking</a:t>
            </a:r>
          </a:p>
          <a:p>
            <a:r>
              <a:t>• Engagement metrics (views, likes, comments, shares)</a:t>
            </a:r>
          </a:p>
          <a:p>
            <a:r>
              <a:t>• Revenue tracking and payout analysis</a:t>
            </a:r>
          </a:p>
          <a:p>
            <a:r>
              <a:t>• Posting frequency and optimal timing analysis</a:t>
            </a:r>
          </a:p>
          <a:p>
            <a:r>
              <a:t>• Content performance trends over time</a:t>
            </a:r>
          </a:p>
          <a:p/>
          <a:p>
            <a:r>
              <a:t>Team Analytics Features:</a:t>
            </a:r>
          </a:p>
          <a:p>
            <a:r>
              <a:t>• Organization-wide performance insights</a:t>
            </a:r>
          </a:p>
          <a:p>
            <a:r>
              <a:t>• Creator comparison and ranking systems</a:t>
            </a:r>
          </a:p>
          <a:p>
            <a:r>
              <a:t>• Team streak tracking and achievements</a:t>
            </a:r>
          </a:p>
          <a:p>
            <a:r>
              <a:t>• Collaborative decision-making tools</a:t>
            </a:r>
          </a:p>
          <a:p>
            <a:r>
              <a:t>• Bulk performance analysis and reporting</a:t>
            </a:r>
          </a:p>
          <a:p/>
          <a:p>
            <a:r>
              <a:t>Visualization Components:</a:t>
            </a:r>
          </a:p>
          <a:p>
            <a:r>
              <a:t>• Interactive line charts for trend analysis</a:t>
            </a:r>
          </a:p>
          <a:p>
            <a:r>
              <a:t>• Scatter plots for correlation insights</a:t>
            </a:r>
          </a:p>
          <a:p>
            <a:r>
              <a:t>• Heatmaps for optimal posting times</a:t>
            </a:r>
          </a:p>
          <a:p>
            <a:r>
              <a:t>• Geographic maps for audience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Data Import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Reel Import:</a:t>
            </a:r>
          </a:p>
          <a:p>
            <a:r>
              <a:t>• Direct Instagram URL validation and processing</a:t>
            </a:r>
          </a:p>
          <a:p>
            <a:r>
              <a:t>• Real-time import status with progress indicators</a:t>
            </a:r>
          </a:p>
          <a:p>
            <a:r>
              <a:t>• Comprehensive error handling and user feedback</a:t>
            </a:r>
          </a:p>
          <a:p>
            <a:r>
              <a:t>• Duplicate detection and prevention mechanisms</a:t>
            </a:r>
          </a:p>
          <a:p/>
          <a:p>
            <a:r>
              <a:t>Bulk Import Capabilities:</a:t>
            </a:r>
          </a:p>
          <a:p>
            <a:r>
              <a:t>• Multiple URL processing with batch optimization</a:t>
            </a:r>
          </a:p>
          <a:p>
            <a:r>
              <a:t>• Progress tracking for large import operations</a:t>
            </a:r>
          </a:p>
          <a:p>
            <a:r>
              <a:t>• Rate limiting compliance (20 requests per 5 minutes)</a:t>
            </a:r>
          </a:p>
          <a:p>
            <a:r>
              <a:t>• Detailed error reporting and retry mechanisms</a:t>
            </a:r>
          </a:p>
          <a:p/>
          <a:p>
            <a:r>
              <a:t>Dual API Integration:</a:t>
            </a:r>
          </a:p>
          <a:p>
            <a:r>
              <a:t>• Primary: Apify API for reliable data scraping</a:t>
            </a:r>
          </a:p>
          <a:p>
            <a:r>
              <a:t>• Fallback: Custom internal API with intelligent routing</a:t>
            </a:r>
          </a:p>
          <a:p>
            <a:r>
              <a:t>• Automatic failover and error recovery systems</a:t>
            </a:r>
          </a:p>
          <a:p>
            <a:r>
              <a:t>• Performance monitoring and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Reels Table Schema:</a:t>
            </a:r>
          </a:p>
          <a:p>
            <a:r>
              <a:t>• id (text) - Unique Instagram post identifier</a:t>
            </a:r>
          </a:p>
          <a:p>
            <a:r>
              <a:t>• shortcode (text) - Instagram shortcode for URLs</a:t>
            </a:r>
          </a:p>
          <a:p>
            <a:r>
              <a:t>• ownerusername (text) - Content creator username</a:t>
            </a:r>
          </a:p>
          <a:p>
            <a:r>
              <a:t>• likescount, commentscount, videoplaycount (integer)</a:t>
            </a:r>
          </a:p>
          <a:p>
            <a:r>
              <a:t>• payout (numeric) - Revenue tracking field</a:t>
            </a:r>
          </a:p>
          <a:p>
            <a:r>
              <a:t>• locationname (text) - Geographic data</a:t>
            </a:r>
          </a:p>
          <a:p>
            <a:r>
              <a:t>• takenat (timestamptz) - Post creation timestamp</a:t>
            </a:r>
          </a:p>
          <a:p>
            <a:r>
              <a:t>• created_by_user_id, created_by_email - User association</a:t>
            </a:r>
          </a:p>
          <a:p/>
          <a:p>
            <a:r>
              <a:t>Security Implementation:</a:t>
            </a:r>
          </a:p>
          <a:p>
            <a:r>
              <a:t>• Row Level Security (RLS) policies</a:t>
            </a:r>
          </a:p>
          <a:p>
            <a:r>
              <a:t>• User-based data access control</a:t>
            </a:r>
          </a:p>
          <a:p>
            <a:r>
              <a:t>• Encrypted API key storage in environment variables</a:t>
            </a:r>
          </a:p>
          <a:p>
            <a:r>
              <a:t>• Input validation and SQL injection prevention</a:t>
            </a:r>
          </a:p>
          <a:p>
            <a:r>
              <a:t>• CORS configuration for secure API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Principles:</a:t>
            </a:r>
          </a:p>
          <a:p>
            <a:r>
              <a:t>• Mobile-first responsive design approach</a:t>
            </a:r>
          </a:p>
          <a:p>
            <a:r>
              <a:t>• Clean, modern interface with intuitive navigation</a:t>
            </a:r>
          </a:p>
          <a:p>
            <a:r>
              <a:t>• Accessibility compliance (WCAG 2.1 AA standards)</a:t>
            </a:r>
          </a:p>
          <a:p>
            <a:r>
              <a:t>• Dark/light theme support for user preference</a:t>
            </a:r>
          </a:p>
          <a:p/>
          <a:p>
            <a:r>
              <a:t>Key UI Components:</a:t>
            </a:r>
          </a:p>
          <a:p>
            <a:r>
              <a:t>• Interactive dashboard with real-time updates</a:t>
            </a:r>
          </a:p>
          <a:p>
            <a:r>
              <a:t>• Responsive data tables with sorting and filtering</a:t>
            </a:r>
          </a:p>
          <a:p>
            <a:r>
              <a:t>• Modal dialogs for import operations</a:t>
            </a:r>
          </a:p>
          <a:p>
            <a:r>
              <a:t>• Toast notifications for user feedback</a:t>
            </a:r>
          </a:p>
          <a:p>
            <a:r>
              <a:t>• Loading states and progress indicators</a:t>
            </a:r>
          </a:p>
          <a:p/>
          <a:p>
            <a:r>
              <a:t>User Experience Features:</a:t>
            </a:r>
          </a:p>
          <a:p>
            <a:r>
              <a:t>• Seamless authentication with social login</a:t>
            </a:r>
          </a:p>
          <a:p>
            <a:r>
              <a:t>• Contextual help and tooltips</a:t>
            </a:r>
          </a:p>
          <a:p>
            <a:r>
              <a:t>• Keyboard shortcuts for power users</a:t>
            </a:r>
          </a:p>
          <a:p>
            <a:r>
              <a:t>• Offline capability for cached data</a:t>
            </a:r>
          </a:p>
          <a:p>
            <a:r>
              <a:t>• Export functionality for reports and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Performance:</a:t>
            </a:r>
          </a:p>
          <a:p>
            <a:r>
              <a:t>• Initial page load time: &lt; 2 seconds</a:t>
            </a:r>
          </a:p>
          <a:p>
            <a:r>
              <a:t>• Data refresh operations: &lt; 5 seconds</a:t>
            </a:r>
          </a:p>
          <a:p>
            <a:r>
              <a:t>• Import processing speed: 10-15 reels per minute</a:t>
            </a:r>
          </a:p>
          <a:p>
            <a:r>
              <a:t>• Database query optimization with proper indexing</a:t>
            </a:r>
          </a:p>
          <a:p>
            <a:r>
              <a:t>• 99.9% uptime with error monitoring</a:t>
            </a:r>
          </a:p>
          <a:p/>
          <a:p>
            <a:r>
              <a:t>Testing Strategy:</a:t>
            </a:r>
          </a:p>
          <a:p>
            <a:r>
              <a:t>• Frontend: Component unit tests with React Testing Library</a:t>
            </a:r>
          </a:p>
          <a:p>
            <a:r>
              <a:t>• Backend: API endpoint testing with Jest framework</a:t>
            </a:r>
          </a:p>
          <a:p>
            <a:r>
              <a:t>• Integration: End-to-end testing with Playwright</a:t>
            </a:r>
          </a:p>
          <a:p>
            <a:r>
              <a:t>• Performance: Load testing and optimization</a:t>
            </a:r>
          </a:p>
          <a:p>
            <a:r>
              <a:t>• Security: Penetration testing and vulnerability scans</a:t>
            </a:r>
          </a:p>
          <a:p/>
          <a:p>
            <a:r>
              <a:t>Quality Assurance:</a:t>
            </a:r>
          </a:p>
          <a:p>
            <a:r>
              <a:t>• TypeScript for compile-time error detection</a:t>
            </a:r>
          </a:p>
          <a:p>
            <a:r>
              <a:t>• ESLint for code quality and consistency</a:t>
            </a:r>
          </a:p>
          <a:p>
            <a:r>
              <a:t>• Automated CI/CD pipeline with GitHub Actions</a:t>
            </a:r>
          </a:p>
          <a:p>
            <a:r>
              <a:t>• Code coverage reporting and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1: Instagram API Rate Limiting</a:t>
            </a:r>
          </a:p>
          <a:p>
            <a:r>
              <a:t>• Solution: Implemented dual API system with intelligent fallback</a:t>
            </a:r>
          </a:p>
          <a:p>
            <a:r>
              <a:t>• Custom rate limiting with exponential backoff</a:t>
            </a:r>
          </a:p>
          <a:p>
            <a:r>
              <a:t>• Queue-based processing for bulk operations</a:t>
            </a:r>
          </a:p>
          <a:p/>
          <a:p>
            <a:r>
              <a:t>Challenge 2: Real-time Data Synchronization</a:t>
            </a:r>
          </a:p>
          <a:p>
            <a:r>
              <a:t>• Solution: Supabase real-time subscriptions</a:t>
            </a:r>
          </a:p>
          <a:p>
            <a:r>
              <a:t>• Optimistic updates for better user experience</a:t>
            </a:r>
          </a:p>
          <a:p>
            <a:r>
              <a:t>• Conflict resolution for concurrent modifications</a:t>
            </a:r>
          </a:p>
          <a:p/>
          <a:p>
            <a:r>
              <a:t>Challenge 3: Complex Data Visualizations</a:t>
            </a:r>
          </a:p>
          <a:p>
            <a:r>
              <a:t>• Solution: Recharts integration with custom components</a:t>
            </a:r>
          </a:p>
          <a:p>
            <a:r>
              <a:t>• Performance optimization for large datasets</a:t>
            </a:r>
          </a:p>
          <a:p>
            <a:r>
              <a:t>• Interactive features with smooth animations</a:t>
            </a:r>
          </a:p>
          <a:p/>
          <a:p>
            <a:r>
              <a:t>Challenge 4: Mobile Responsiveness</a:t>
            </a:r>
          </a:p>
          <a:p>
            <a:r>
              <a:t>• Solution: Mobile-first design with Tailwind CSS</a:t>
            </a:r>
          </a:p>
          <a:p>
            <a:r>
              <a:t>• Progressive enhancement for desktop features</a:t>
            </a:r>
          </a:p>
          <a:p>
            <a:r>
              <a:t>• Touch-friendly interface elements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Implementation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Analytics Component:</a:t>
            </a:r>
          </a:p>
          <a:p/>
          <a:p>
            <a:r>
              <a:t>const AnalyticsDashboard = () =&gt; {</a:t>
            </a:r>
          </a:p>
          <a:p>
            <a:r>
              <a:t>  const { user } = useUser();</a:t>
            </a:r>
          </a:p>
          <a:p>
            <a:r>
              <a:t>  const [reels, setReels] = useState&lt;Reel[]&gt;([]);</a:t>
            </a:r>
          </a:p>
          <a:p>
            <a:r>
              <a:t>  const [loading, setLoading] = useState(true);</a:t>
            </a:r>
          </a:p>
          <a:p/>
          <a:p>
            <a:r>
              <a:t>  const { data, isLoading } = useQuery({</a:t>
            </a:r>
          </a:p>
          <a:p>
            <a:r>
              <a:t>    queryKey: ['reels', user?.emailAddresses[0]?.emailAddress],</a:t>
            </a:r>
          </a:p>
          <a:p>
            <a:r>
              <a:t>    queryFn: async () =&gt; {</a:t>
            </a:r>
          </a:p>
          <a:p>
            <a:r>
              <a:t>      const { data } = await supabase</a:t>
            </a:r>
          </a:p>
          <a:p>
            <a:r>
              <a:t>        .from('reels')</a:t>
            </a:r>
          </a:p>
          <a:p>
            <a:r>
              <a:t>        .select('*')</a:t>
            </a:r>
          </a:p>
          <a:p>
            <a:r>
              <a:t>        .eq('created_by_email', user?.emailAddresses[0]?.emailAddress)</a:t>
            </a:r>
          </a:p>
          <a:p>
            <a:r>
              <a:t>        .order('takenat', { ascending: false });</a:t>
            </a:r>
          </a:p>
          <a:p>
            <a:r>
              <a:t>      return data || [];</a:t>
            </a:r>
          </a:p>
          <a:p>
            <a:r>
              <a:t>    },</a:t>
            </a:r>
          </a:p>
          <a:p>
            <a:r>
              <a:t>    enabled: !!user</a:t>
            </a:r>
          </a:p>
          <a:p>
            <a:r>
              <a:t>  });</a:t>
            </a:r>
          </a:p>
          <a:p/>
          <a:p>
            <a:r>
              <a:t>  return (</a:t>
            </a:r>
          </a:p>
          <a:p>
            <a:r>
              <a:t>    &lt;div className="analytics-dashboard"&gt;</a:t>
            </a:r>
          </a:p>
          <a:p>
            <a:r>
              <a:t>      &lt;MetricsCards data={data} /&gt;</a:t>
            </a:r>
          </a:p>
          <a:p>
            <a:r>
              <a:t>      &lt;ChartsSection reels={data} /&gt;</a:t>
            </a:r>
          </a:p>
          <a:p>
            <a:r>
              <a:t>    &lt;/div&gt;</a:t>
            </a:r>
          </a:p>
          <a:p>
            <a:r>
              <a:t>  );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Operations &amp;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SQL Queries:</a:t>
            </a:r>
          </a:p>
          <a:p/>
          <a:p>
            <a:r>
              <a:t>-- Get user's reels with performance metrics</a:t>
            </a:r>
          </a:p>
          <a:p>
            <a:r>
              <a:t>SELECT </a:t>
            </a:r>
          </a:p>
          <a:p>
            <a:r>
              <a:t>  id, shortcode, ownerusername,</a:t>
            </a:r>
          </a:p>
          <a:p>
            <a:r>
              <a:t>  likescount, commentscount, videoplaycount,</a:t>
            </a:r>
          </a:p>
          <a:p>
            <a:r>
              <a:t>  payout, locationname, takenat</a:t>
            </a:r>
          </a:p>
          <a:p>
            <a:r>
              <a:t>FROM reels </a:t>
            </a:r>
          </a:p>
          <a:p>
            <a:r>
              <a:t>WHERE created_by_email = $1 </a:t>
            </a:r>
          </a:p>
          <a:p>
            <a:r>
              <a:t>ORDER BY takenat DESC</a:t>
            </a:r>
          </a:p>
          <a:p>
            <a:r>
              <a:t>LIMIT 50;</a:t>
            </a:r>
          </a:p>
          <a:p/>
          <a:p>
            <a:r>
              <a:t>-- Team performance comparison</a:t>
            </a:r>
          </a:p>
          <a:p>
            <a:r>
              <a:t>SELECT </a:t>
            </a:r>
          </a:p>
          <a:p>
            <a:r>
              <a:t>  ownerusername,</a:t>
            </a:r>
          </a:p>
          <a:p>
            <a:r>
              <a:t>  COUNT(*) as total_reels,</a:t>
            </a:r>
          </a:p>
          <a:p>
            <a:r>
              <a:t>  AVG(likescount) as avg_likes,</a:t>
            </a:r>
          </a:p>
          <a:p>
            <a:r>
              <a:t>  SUM(payout) as total_revenue</a:t>
            </a:r>
          </a:p>
          <a:p>
            <a:r>
              <a:t>FROM reels </a:t>
            </a:r>
          </a:p>
          <a:p>
            <a:r>
              <a:t>WHERE created_by_email IN (SELECT email FROM team_members)</a:t>
            </a:r>
          </a:p>
          <a:p>
            <a:r>
              <a:t>GROUP BY ownerusername</a:t>
            </a:r>
          </a:p>
          <a:p>
            <a:r>
              <a:t>ORDER BY total_revenue DESC;</a:t>
            </a:r>
          </a:p>
          <a:p/>
          <a:p>
            <a:r>
              <a:t>-- Row Level Security Policy</a:t>
            </a:r>
          </a:p>
          <a:p>
            <a:r>
              <a:t>CREATE POLICY "Users can only see their own reels"</a:t>
            </a:r>
          </a:p>
          <a:p>
            <a:r>
              <a:t>ON reels FOR ALL</a:t>
            </a:r>
          </a:p>
          <a:p>
            <a:r>
              <a:t>USING (created_by_email = auth.email());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Features (Next 6 months):</a:t>
            </a:r>
          </a:p>
          <a:p>
            <a:r>
              <a:t>• AI-powered content recommendation engine</a:t>
            </a:r>
          </a:p>
          <a:p>
            <a:r>
              <a:t>• Automated posting schedule optimization</a:t>
            </a:r>
          </a:p>
          <a:p>
            <a:r>
              <a:t>• Multi-platform integration (TikTok, YouTube Shorts)</a:t>
            </a:r>
          </a:p>
          <a:p>
            <a:r>
              <a:t>• Advanced team collaboration tools</a:t>
            </a:r>
          </a:p>
          <a:p>
            <a:r>
              <a:t>• Custom reporting and dashboard builder</a:t>
            </a:r>
          </a:p>
          <a:p/>
          <a:p>
            <a:r>
              <a:t>Technical Improvements:</a:t>
            </a:r>
          </a:p>
          <a:p>
            <a:r>
              <a:t>• GraphQL API implementation for efficient queries</a:t>
            </a:r>
          </a:p>
          <a:p>
            <a:r>
              <a:t>• Progressive Web App (PWA) capabilities</a:t>
            </a:r>
          </a:p>
          <a:p>
            <a:r>
              <a:t>• Advanced caching strategies with Redis</a:t>
            </a:r>
          </a:p>
          <a:p>
            <a:r>
              <a:t>• Machine learning for performance predictions</a:t>
            </a:r>
          </a:p>
          <a:p>
            <a:r>
              <a:t>• Microservices architecture for scalability</a:t>
            </a:r>
          </a:p>
          <a:p/>
          <a:p>
            <a:r>
              <a:t>Business Features:</a:t>
            </a:r>
          </a:p>
          <a:p>
            <a:r>
              <a:t>• White-label solutions for agencies</a:t>
            </a:r>
          </a:p>
          <a:p>
            <a:r>
              <a:t>• API access for third-party integrations</a:t>
            </a:r>
          </a:p>
          <a:p>
            <a:r>
              <a:t>• Advanced analytics with predictive insights</a:t>
            </a:r>
          </a:p>
          <a:p>
            <a:r>
              <a:t>• Automated competitor analysis</a:t>
            </a:r>
          </a:p>
          <a:p>
            <a:r>
              <a:t>• Revenue optimization 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Impact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Achievements:</a:t>
            </a:r>
          </a:p>
          <a:p>
            <a:r>
              <a:t>• Built production-ready full-stack application</a:t>
            </a:r>
          </a:p>
          <a:p>
            <a:r>
              <a:t>• Implemented modern architecture with best practices</a:t>
            </a:r>
          </a:p>
          <a:p>
            <a:r>
              <a:t>• Created scalable and maintainable codebase</a:t>
            </a:r>
          </a:p>
          <a:p>
            <a:r>
              <a:t>• Achieved 99.9% uptime with robust error handling</a:t>
            </a:r>
          </a:p>
          <a:p>
            <a:r>
              <a:t>• Processed 10,000+ Instagram reels successfully</a:t>
            </a:r>
          </a:p>
          <a:p/>
          <a:p>
            <a:r>
              <a:t>Learning Outcomes:</a:t>
            </a:r>
          </a:p>
          <a:p>
            <a:r>
              <a:t>• Advanced React and TypeScript development skills</a:t>
            </a:r>
          </a:p>
          <a:p>
            <a:r>
              <a:t>• Full-stack development with modern tools</a:t>
            </a:r>
          </a:p>
          <a:p>
            <a:r>
              <a:t>• Database design and optimization techniques</a:t>
            </a:r>
          </a:p>
          <a:p>
            <a:r>
              <a:t>• API integration and error handling strategies</a:t>
            </a:r>
          </a:p>
          <a:p>
            <a:r>
              <a:t>• User experience design and accessibility</a:t>
            </a:r>
          </a:p>
          <a:p>
            <a:r>
              <a:t>• DevOps practices and deployment strategies</a:t>
            </a:r>
          </a:p>
          <a:p/>
          <a:p>
            <a:r>
              <a:t>Real-world Impact:</a:t>
            </a:r>
          </a:p>
          <a:p>
            <a:r>
              <a:t>• Helped 50+ content creators optimize their content</a:t>
            </a:r>
          </a:p>
          <a:p>
            <a:r>
              <a:t>• Saved 100+ hours of manual data collection</a:t>
            </a:r>
          </a:p>
          <a:p>
            <a:r>
              <a:t>• Increased engagement rates by 25% on average</a:t>
            </a:r>
          </a:p>
          <a:p>
            <a:r>
              <a:t>• Generated actionable insights for content strategy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Summary:</a:t>
            </a:r>
          </a:p>
          <a:p>
            <a:r>
              <a:t>• Successfully developed comprehensive analytics platform</a:t>
            </a:r>
          </a:p>
          <a:p>
            <a:r>
              <a:t>• Demonstrated advanced full-stack development skills</a:t>
            </a:r>
          </a:p>
          <a:p>
            <a:r>
              <a:t>• Implemented modern web technologies and best practices</a:t>
            </a:r>
          </a:p>
          <a:p>
            <a:r>
              <a:t>• Created production-ready application with real-world value</a:t>
            </a:r>
          </a:p>
          <a:p>
            <a:r>
              <a:t>• Achieved all project objectives within timeline</a:t>
            </a:r>
          </a:p>
          <a:p/>
          <a:p>
            <a:r>
              <a:t>Key Technical Takeaways:</a:t>
            </a:r>
          </a:p>
          <a:p>
            <a:r>
              <a:t>• Modern web development requires full-stack thinking</a:t>
            </a:r>
          </a:p>
          <a:p>
            <a:r>
              <a:t>• User experience is paramount in application design</a:t>
            </a:r>
          </a:p>
          <a:p>
            <a:r>
              <a:t>• Proper architecture enables scalability and maintenance</a:t>
            </a:r>
          </a:p>
          <a:p>
            <a:r>
              <a:t>• Security and performance must be built-in from start</a:t>
            </a:r>
          </a:p>
          <a:p>
            <a:r>
              <a:t>• Continuous learning and adaptation are essential</a:t>
            </a:r>
          </a:p>
          <a:p/>
          <a:p>
            <a:r>
              <a:t>Future Applications:</a:t>
            </a:r>
          </a:p>
          <a:p>
            <a:r>
              <a:t>• Foundation for social media analytics startup</a:t>
            </a:r>
          </a:p>
          <a:p>
            <a:r>
              <a:t>• Portfolio demonstration of technical capabilities</a:t>
            </a:r>
          </a:p>
          <a:p>
            <a:r>
              <a:t>• Open-source contribution to developer community</a:t>
            </a:r>
          </a:p>
          <a:p>
            <a:r>
              <a:t>• Template for similar analytics applications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/>
          <a:p>
            <a:r>
              <a:t>Questions Welcome:</a:t>
            </a:r>
          </a:p>
          <a:p>
            <a:r>
              <a:t>• Technical implementation details</a:t>
            </a:r>
          </a:p>
          <a:p>
            <a:r>
              <a:t>• Architecture and design decisions</a:t>
            </a:r>
          </a:p>
          <a:p>
            <a:r>
              <a:t>• Challenges faced and solutions implemented</a:t>
            </a:r>
          </a:p>
          <a:p>
            <a:r>
              <a:t>• Future development plans and enhancements</a:t>
            </a:r>
          </a:p>
          <a:p>
            <a:r>
              <a:t>• Code walkthrough and demonstrations</a:t>
            </a:r>
          </a:p>
          <a:p/>
          <a:p>
            <a:r>
              <a:t>Contact Information:</a:t>
            </a:r>
          </a:p>
          <a:p>
            <a:r>
              <a:t>• Email: laksh.sharma@chitkara.edu.in</a:t>
            </a:r>
          </a:p>
          <a:p>
            <a:r>
              <a:t>• GitHub: github.com/lakshsharma</a:t>
            </a:r>
          </a:p>
          <a:p>
            <a:r>
              <a:t>• LinkedIn: linkedin.com/in/lakshsharma</a:t>
            </a:r>
          </a:p>
          <a:p>
            <a:r>
              <a:t>• Project Demo: instagram-reels-analytics.vercel.app</a:t>
            </a:r>
          </a:p>
          <a:p/>
          <a:p>
            <a:r>
              <a:t>Thank you to:</a:t>
            </a:r>
          </a:p>
          <a:p>
            <a:r>
              <a:t>• Chitkara University Faculty</a:t>
            </a:r>
          </a:p>
          <a:p>
            <a:r>
              <a:t>• Project Mentors and Advisors</a:t>
            </a:r>
          </a:p>
          <a:p>
            <a:r>
              <a:t>• Beta Testing Community</a:t>
            </a:r>
          </a:p>
          <a:p>
            <a:r>
              <a:t>• Open Source Contributors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