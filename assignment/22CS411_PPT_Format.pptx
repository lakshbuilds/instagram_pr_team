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74" r:id="rId5"/>
  </p:sldMasterIdLst>
  <p:notesMasterIdLst>
    <p:notesMasterId r:id="rId11"/>
  </p:notesMasterIdLst>
  <p:handoutMasterIdLst>
    <p:handoutMasterId r:id="rId12"/>
  </p:handoutMasterIdLst>
  <p:sldIdLst>
    <p:sldId id="256" r:id="rId6"/>
    <p:sldId id="257" r:id="rId7"/>
    <p:sldId id="270" r:id="rId8"/>
    <p:sldId id="269" r:id="rId9"/>
    <p:sldId id="268" r:id="rId1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>
              <a:lnSpc>
                <a:spcPct val="100000"/>
              </a:lnSpc>
            </a:pPr>
            <a:fld id="{94037556-9E8A-4092-B698-C7B51BCB8D66}" type="datetime1">
              <a:rPr lang="en-US" sz="1200" b="0" strike="noStrike" spc="-1" smtClean="0">
                <a:latin typeface="Times New Roman"/>
              </a:rPr>
              <a:t>12/10/2025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r>
              <a:rPr lang="en-US" spc="-1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 smtClean="0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77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37556-9E8A-4092-B698-C7B51BCB8D6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490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964FCB-4B12-48F3-8EC8-4E7C43142726}" type="datetime1">
              <a:rPr lang="en-US" sz="1200" b="0" strike="noStrike" spc="-1" smtClean="0">
                <a:latin typeface="Times New Roman"/>
              </a:rPr>
              <a:t>12/10/2025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r>
              <a:rPr lang="en-US" spc="-1" dirty="0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49" r:id="rId2"/>
    <p:sldLayoutId id="214748365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64FCB-4B12-48F3-8EC8-4E7C4314272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52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(Module-1) 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&lt;Title of the Project&gt;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&lt;Name of the Student&gt;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&lt;Ro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ll Number&gt;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&lt;Name of the Mentor/Team Lead/Manager along with designation and company name&gt;</a:t>
            </a:r>
          </a:p>
          <a:p>
            <a:pPr algn="ctr"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&lt;Text Times New Roman&gt;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CA5CDB-61A7-0A90-040F-14A609BA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34793</TotalTime>
  <Words>85</Words>
  <Application>Microsoft Office PowerPoint</Application>
  <PresentationFormat>On-screen Show (4:3)</PresentationFormat>
  <Paragraphs>31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c1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Anshu Singla</cp:lastModifiedBy>
  <cp:revision>2302</cp:revision>
  <dcterms:created xsi:type="dcterms:W3CDTF">2010-04-09T07:36:15Z</dcterms:created>
  <dcterms:modified xsi:type="dcterms:W3CDTF">2025-12-10T07:55:09Z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