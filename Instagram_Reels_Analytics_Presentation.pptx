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Instagram Reels Analytics Dashboard</a:t>
            </a:r>
          </a:p>
          <a:p>
            <a:r>
              <a:t>A Comprehensive Full-Stack Web Application for Social Media Analytics</a:t>
            </a:r>
          </a:p>
          <a:p/>
          <a:p>
            <a:r>
              <a:t>• Student Name: [Your Name]</a:t>
            </a:r>
          </a:p>
          <a:p>
            <a:r>
              <a:t>• Course: [Course Code]</a:t>
            </a:r>
          </a:p>
          <a:p>
            <a:r>
              <a:t>• Date: [Presentation Date]</a:t>
            </a:r>
          </a:p>
          <a:p>
            <a:r>
              <a:t>• Institution: [Your Institution]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this project?</a:t>
            </a:r>
          </a:p>
          <a:p>
            <a:r>
              <a:t>• Comprehensive Instagram Reels analytics platform</a:t>
            </a:r>
          </a:p>
          <a:p>
            <a:r>
              <a:t>• Designed for content creators and marketing teams</a:t>
            </a:r>
          </a:p>
          <a:p>
            <a:r>
              <a:t>• Real-time data import and performance tracking</a:t>
            </a:r>
          </a:p>
          <a:p>
            <a:r>
              <a:t>• Team collaboration with advanced analytics</a:t>
            </a:r>
          </a:p>
          <a:p/>
          <a:p>
            <a:r>
              <a:t>Key Statistics:</a:t>
            </a:r>
          </a:p>
          <a:p>
            <a:r>
              <a:t>• 15,000+ lines of code</a:t>
            </a:r>
          </a:p>
          <a:p>
            <a:r>
              <a:t>• 50+ React components</a:t>
            </a:r>
          </a:p>
          <a:p>
            <a:r>
              <a:t>• 4 major third-party integrations</a:t>
            </a:r>
          </a:p>
          <a:p>
            <a:r>
              <a:t>• Full-stack TypeScript application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 in Social Media Analytics:</a:t>
            </a:r>
          </a:p>
          <a:p>
            <a:r>
              <a:t>• Limited insights from native Instagram analytics</a:t>
            </a:r>
          </a:p>
          <a:p>
            <a:r>
              <a:t>• No team collaboration features</a:t>
            </a:r>
          </a:p>
          <a:p>
            <a:r>
              <a:t>• Manual data collection and analysis</a:t>
            </a:r>
          </a:p>
          <a:p>
            <a:r>
              <a:t>• Lack of historical performance tracking</a:t>
            </a:r>
          </a:p>
          <a:p>
            <a:r>
              <a:t>• No comparative analysis tools</a:t>
            </a:r>
          </a:p>
          <a:p/>
          <a:p>
            <a:r>
              <a:t>Our Solution:</a:t>
            </a:r>
          </a:p>
          <a:p>
            <a:r>
              <a:t>• Automated data import from Instagram</a:t>
            </a:r>
          </a:p>
          <a:p>
            <a:r>
              <a:t>• Comprehensive analytics dashboard</a:t>
            </a:r>
          </a:p>
          <a:p>
            <a:r>
              <a:t>• Team collaboration features</a:t>
            </a:r>
          </a:p>
          <a:p>
            <a:r>
              <a:t>• Historical data preservation</a:t>
            </a:r>
          </a:p>
          <a:p>
            <a:r>
              <a:t>• Advanced visualization tools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Stack:</a:t>
            </a:r>
          </a:p>
          <a:p>
            <a:r>
              <a:t>• React 18 + TypeScript</a:t>
            </a:r>
          </a:p>
          <a:p>
            <a:r>
              <a:t>• Vite for build optimization</a:t>
            </a:r>
          </a:p>
          <a:p>
            <a:r>
              <a:t>• Tailwind CSS + shadcn/ui</a:t>
            </a:r>
          </a:p>
          <a:p>
            <a:r>
              <a:t>• TanStack Query for data management</a:t>
            </a:r>
          </a:p>
          <a:p>
            <a:r>
              <a:t>• Recharts for visualizations</a:t>
            </a:r>
          </a:p>
          <a:p/>
          <a:p>
            <a:r>
              <a:t>Backend Stack:</a:t>
            </a:r>
          </a:p>
          <a:p>
            <a:r>
              <a:t>• Node.js + Express</a:t>
            </a:r>
          </a:p>
          <a:p>
            <a:r>
              <a:t>• Supabase (PostgreSQL)</a:t>
            </a:r>
          </a:p>
          <a:p>
            <a:r>
              <a:t>• Clerk Authentication</a:t>
            </a:r>
          </a:p>
          <a:p>
            <a:r>
              <a:t>• Dual API Integration</a:t>
            </a:r>
          </a:p>
          <a:p/>
          <a:p>
            <a:r>
              <a:t>Key Design Patterns:</a:t>
            </a:r>
          </a:p>
          <a:p>
            <a:r>
              <a:t>• Component-based architecture</a:t>
            </a:r>
          </a:p>
          <a:p>
            <a:r>
              <a:t>• Real-time data synchronization</a:t>
            </a:r>
          </a:p>
          <a:p>
            <a:r>
              <a:t>• Row Level Security (RLS)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Analytics:</a:t>
            </a:r>
          </a:p>
          <a:p>
            <a:r>
              <a:t>• Individual performance tracking</a:t>
            </a:r>
          </a:p>
          <a:p>
            <a:r>
              <a:t>• Engagement metrics (views, likes, comments)</a:t>
            </a:r>
          </a:p>
          <a:p>
            <a:r>
              <a:t>• Revenue tracking and analysis</a:t>
            </a:r>
          </a:p>
          <a:p>
            <a:r>
              <a:t>• Trend analysis over time</a:t>
            </a:r>
          </a:p>
          <a:p/>
          <a:p>
            <a:r>
              <a:t>Team Analytics:</a:t>
            </a:r>
          </a:p>
          <a:p>
            <a:r>
              <a:t>• Organization-wide insights</a:t>
            </a:r>
          </a:p>
          <a:p>
            <a:r>
              <a:t>• Creator performance comparisons</a:t>
            </a:r>
          </a:p>
          <a:p>
            <a:r>
              <a:t>• Team streak tracking</a:t>
            </a:r>
          </a:p>
          <a:p>
            <a:r>
              <a:t>• Collaborative decision making</a:t>
            </a:r>
          </a:p>
          <a:p/>
          <a:p>
            <a:r>
              <a:t>Visualization Types:</a:t>
            </a:r>
          </a:p>
          <a:p>
            <a:r>
              <a:t>• Line charts, scatter plots, heatmaps</a:t>
            </a:r>
          </a:p>
          <a:p>
            <a:r>
              <a:t>• Interactive maps for geographic data</a:t>
            </a:r>
          </a:p>
          <a:p>
            <a:r>
              <a:t>• Real-time progress indicators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Reel Import:</a:t>
            </a:r>
          </a:p>
          <a:p>
            <a:r>
              <a:t>• Direct URL validation and processing</a:t>
            </a:r>
          </a:p>
          <a:p>
            <a:r>
              <a:t>• Real-time import status</a:t>
            </a:r>
          </a:p>
          <a:p>
            <a:r>
              <a:t>• Comprehensive error handling</a:t>
            </a:r>
          </a:p>
          <a:p/>
          <a:p>
            <a:r>
              <a:t>Bulk Import:</a:t>
            </a:r>
          </a:p>
          <a:p>
            <a:r>
              <a:t>• Multiple URL processing</a:t>
            </a:r>
          </a:p>
          <a:p>
            <a:r>
              <a:t>• Progress tracking</a:t>
            </a:r>
          </a:p>
          <a:p>
            <a:r>
              <a:t>• Batch optimization</a:t>
            </a:r>
          </a:p>
          <a:p/>
          <a:p>
            <a:r>
              <a:t>Dual API Integration:</a:t>
            </a:r>
          </a:p>
          <a:p>
            <a:r>
              <a:t>• Primary: Apify for reliable data</a:t>
            </a:r>
          </a:p>
          <a:p>
            <a:r>
              <a:t>• Fallback: Internal API with rate limiting</a:t>
            </a:r>
          </a:p>
          <a:p>
            <a:r>
              <a:t>• Intelligent error recovery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Reels Table Schema:</a:t>
            </a:r>
          </a:p>
          <a:p>
            <a:r>
              <a:t>sql</a:t>
            </a:r>
          </a:p>
          <a:p>
            <a:r>
              <a:t>• id, shortcode, ownerusername</a:t>
            </a:r>
          </a:p>
          <a:p>
            <a:r>
              <a:t>• likescount, commentscount, videoplaycount</a:t>
            </a:r>
          </a:p>
          <a:p>
            <a:r>
              <a:t>• payout, locationname, takenat</a:t>
            </a:r>
          </a:p>
          <a:p>
            <a:r>
              <a:t>• created_by_user_id, created_by_email</a:t>
            </a:r>
          </a:p>
          <a:p/>
          <a:p/>
          <a:p>
            <a:r>
              <a:t>Security Features:</a:t>
            </a:r>
          </a:p>
          <a:p>
            <a:r>
              <a:t>• Row Level Security (RLS)</a:t>
            </a:r>
          </a:p>
          <a:p>
            <a:r>
              <a:t>• User-based data access</a:t>
            </a:r>
          </a:p>
          <a:p>
            <a:r>
              <a:t>• Encrypted API key storage</a:t>
            </a:r>
          </a:p>
          <a:p>
            <a:r>
              <a:t>• Input validation and sanitization</a:t>
            </a:r>
          </a:p>
          <a:p/>
          <a:p>
            <a:r>
              <a:t>Performance Optimizations:</a:t>
            </a:r>
          </a:p>
          <a:p>
            <a:r>
              <a:t>• Proper indexing</a:t>
            </a:r>
          </a:p>
          <a:p>
            <a:r>
              <a:t>• Efficient queries</a:t>
            </a:r>
          </a:p>
          <a:p>
            <a:r>
              <a:t>• Real-time subscriptions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Screenshots:</a:t>
            </a:r>
          </a:p>
          <a:p>
            <a:r>
              <a:t>• [Include screenshots of main dashboard]</a:t>
            </a:r>
          </a:p>
          <a:p>
            <a:r>
              <a:t>• Personal vs Team analytics tabs</a:t>
            </a:r>
          </a:p>
          <a:p>
            <a:r>
              <a:t>• Interactive charts and visualizations</a:t>
            </a:r>
          </a:p>
          <a:p>
            <a:r>
              <a:t>• Responsive design examples</a:t>
            </a:r>
          </a:p>
          <a:p/>
          <a:p>
            <a:r>
              <a:t>Import Interface:</a:t>
            </a:r>
          </a:p>
          <a:p>
            <a:r>
              <a:t>• [Include screenshots of import pages]</a:t>
            </a:r>
          </a:p>
          <a:p>
            <a:r>
              <a:t>• Single and bulk import forms</a:t>
            </a:r>
          </a:p>
          <a:p>
            <a:r>
              <a:t>• Progress indicators</a:t>
            </a:r>
          </a:p>
          <a:p>
            <a:r>
              <a:t>• Error handling examples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Gamification System:</a:t>
            </a:r>
          </a:p>
          <a:p>
            <a:r>
              <a:t>• Daily posting streaks</a:t>
            </a:r>
          </a:p>
          <a:p>
            <a:r>
              <a:t>• Achievement badges</a:t>
            </a:r>
          </a:p>
          <a:p>
            <a:r>
              <a:t>• Progress tracking</a:t>
            </a:r>
          </a:p>
          <a:p>
            <a:r>
              <a:t>• Team leaderboards</a:t>
            </a:r>
          </a:p>
          <a:p/>
          <a:p>
            <a:r>
              <a:t>Geographic Analytics:</a:t>
            </a:r>
          </a:p>
          <a:p>
            <a:r>
              <a:t>• Interactive Mapbox integration</a:t>
            </a:r>
          </a:p>
          <a:p>
            <a:r>
              <a:t>• Location-based performance filtering</a:t>
            </a:r>
          </a:p>
          <a:p>
            <a:r>
              <a:t>• Geographic content distribution</a:t>
            </a:r>
          </a:p>
          <a:p/>
          <a:p>
            <a:r>
              <a:t>Real-time Features:</a:t>
            </a:r>
          </a:p>
          <a:p>
            <a:r>
              <a:t>• Live data synchronization</a:t>
            </a:r>
          </a:p>
          <a:p>
            <a:r>
              <a:t>• Automatic refresh capabilities</a:t>
            </a:r>
          </a:p>
          <a:p>
            <a:r>
              <a:t>• Failed import retry system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 1: Instagram API Limitations</a:t>
            </a:r>
          </a:p>
          <a:p>
            <a:r>
              <a:t>• Solution: Dual API system with intelligent fallback</a:t>
            </a:r>
          </a:p>
          <a:p/>
          <a:p>
            <a:r>
              <a:t>Challenge 2: Real-time Data Sync</a:t>
            </a:r>
          </a:p>
          <a:p>
            <a:r>
              <a:t>• Solution: Supabase real-time subscriptions</a:t>
            </a:r>
          </a:p>
          <a:p/>
          <a:p>
            <a:r>
              <a:t>Challenge 3: Complex Data Visualizations</a:t>
            </a:r>
          </a:p>
          <a:p>
            <a:r>
              <a:t>• Solution: Recharts with custom components</a:t>
            </a:r>
          </a:p>
          <a:p/>
          <a:p>
            <a:r>
              <a:t>Challenge 4: Mobile Responsiveness</a:t>
            </a:r>
          </a:p>
          <a:p>
            <a:r>
              <a:t>• Solution: Mobile-first design with Tailwind CSS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Performance:</a:t>
            </a:r>
          </a:p>
          <a:p>
            <a:r>
              <a:t>• Load Time: &lt; 2 seconds</a:t>
            </a:r>
          </a:p>
          <a:p>
            <a:r>
              <a:t>• Data Refresh: &lt; 5 seconds</a:t>
            </a:r>
          </a:p>
          <a:p>
            <a:r>
              <a:t>• Import Speed: 10-15 reels/minute</a:t>
            </a:r>
          </a:p>
          <a:p>
            <a:r>
              <a:t>• Database Query Optimization</a:t>
            </a:r>
          </a:p>
          <a:p/>
          <a:p>
            <a:r>
              <a:t>User Experience:</a:t>
            </a:r>
          </a:p>
          <a:p>
            <a:r>
              <a:t>• Mobile-first responsive design</a:t>
            </a:r>
          </a:p>
          <a:p>
            <a:r>
              <a:t>• WCAG 2.1 AA accessibility compliance</a:t>
            </a:r>
          </a:p>
          <a:p>
            <a:r>
              <a:t>• Comprehensive error handling</a:t>
            </a:r>
          </a:p>
          <a:p>
            <a:r>
              <a:t>• Real-time progress feedback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&amp; Authorization:</a:t>
            </a:r>
          </a:p>
          <a:p>
            <a:r>
              <a:t>• Clerk integration with OAuth providers</a:t>
            </a:r>
          </a:p>
          <a:p>
            <a:r>
              <a:t>• JWT token management</a:t>
            </a:r>
          </a:p>
          <a:p>
            <a:r>
              <a:t>• Role-based access control</a:t>
            </a:r>
          </a:p>
          <a:p>
            <a:r>
              <a:t>• Session security</a:t>
            </a:r>
          </a:p>
          <a:p/>
          <a:p>
            <a:r>
              <a:t>Data Protection:</a:t>
            </a:r>
          </a:p>
          <a:p>
            <a:r>
              <a:t>• Row Level Security at database level</a:t>
            </a:r>
          </a:p>
          <a:p>
            <a:r>
              <a:t>• API key encryption</a:t>
            </a:r>
          </a:p>
          <a:p>
            <a:r>
              <a:t>• CORS configuration</a:t>
            </a:r>
          </a:p>
          <a:p>
            <a:r>
              <a:t>• Input validation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Development Practices:</a:t>
            </a:r>
          </a:p>
          <a:p>
            <a:r>
              <a:t>• TypeScript for type safety</a:t>
            </a:r>
          </a:p>
          <a:p>
            <a:r>
              <a:t>• Component-based architecture</a:t>
            </a:r>
          </a:p>
          <a:p>
            <a:r>
              <a:t>• Git version control</a:t>
            </a:r>
          </a:p>
          <a:p>
            <a:r>
              <a:t>• AI-assisted development with Lovable</a:t>
            </a:r>
          </a:p>
          <a:p/>
          <a:p>
            <a:r>
              <a:t>Quality Assurance:</a:t>
            </a:r>
          </a:p>
          <a:p>
            <a:r>
              <a:t>• ESLint for code quality</a:t>
            </a:r>
          </a:p>
          <a:p>
            <a:r>
              <a:t>• Automated testing pipeline</a:t>
            </a:r>
          </a:p>
          <a:p>
            <a:r>
              <a:t>• Error boundary implementation</a:t>
            </a:r>
          </a:p>
          <a:p>
            <a:r>
              <a:t>• Performance monitoring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Component Example:</a:t>
            </a:r>
          </a:p>
          <a:p>
            <a:r>
              <a:t>typescript</a:t>
            </a:r>
          </a:p>
          <a:p>
            <a:r>
              <a:t>const Analytics = () =&gt; {</a:t>
            </a:r>
          </a:p>
          <a:p>
            <a:r>
              <a:t>  const { user } = useUser();</a:t>
            </a:r>
          </a:p>
          <a:p>
            <a:r>
              <a:t>  const [reels, setReels] = useState&lt;Reel[]&gt;([]);</a:t>
            </a:r>
          </a:p>
          <a:p>
            <a:r>
              <a:t>  </a:t>
            </a:r>
          </a:p>
          <a:p>
            <a:r>
              <a:t>  const fetchReels = async () =&gt; {</a:t>
            </a:r>
          </a:p>
          <a:p>
            <a:r>
              <a:t>    const { data } = await supabase</a:t>
            </a:r>
          </a:p>
          <a:p>
            <a:r>
              <a:t>      .from("reels")</a:t>
            </a:r>
          </a:p>
          <a:p>
            <a:r>
              <a:t>      .select("")</a:t>
            </a:r>
          </a:p>
          <a:p>
            <a:r>
              <a:t>      .eq("created_by_email", user.email);</a:t>
            </a:r>
          </a:p>
          <a:p>
            <a:r>
              <a:t>    setReels(data || []);</a:t>
            </a:r>
          </a:p>
          <a:p>
            <a:r>
              <a:t>  };</a:t>
            </a:r>
          </a:p>
          <a:p>
            <a:r>
              <a:t>  </a:t>
            </a:r>
          </a:p>
          <a:p>
            <a:r>
              <a:t>  return &lt;AnalyticsDashboard reels={reels} /&gt;;</a:t>
            </a:r>
          </a:p>
          <a:p>
            <a:r>
              <a:t>};</a:t>
            </a:r>
          </a:p>
          <a:p/>
          <a:p/>
          <a:p>
            <a:r>
              <a:t>Database Query Example:</a:t>
            </a:r>
          </a:p>
          <a:p>
            <a:r>
              <a:t>sql</a:t>
            </a:r>
          </a:p>
          <a:p>
            <a:r>
              <a:t>SELECT  FROM reels </a:t>
            </a:r>
          </a:p>
          <a:p>
            <a:r>
              <a:t>WHERE created_by_email = $1 </a:t>
            </a:r>
          </a:p>
          <a:p>
            <a:r>
              <a:t>ORDER BY takenat DESC;</a:t>
            </a:r>
          </a:p>
          <a:p/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Sections:</a:t>
            </a:r>
          </a:p>
          <a:p>
            <a:r>
              <a:t>1. User authentication and dashboard navigation</a:t>
            </a:r>
          </a:p>
          <a:p>
            <a:r>
              <a:t>2. Personal analytics with interactive charts</a:t>
            </a:r>
          </a:p>
          <a:p>
            <a:r>
              <a:t>3. Team analytics and comparison features</a:t>
            </a:r>
          </a:p>
          <a:p>
            <a:r>
              <a:t>4. Single reel import process</a:t>
            </a:r>
          </a:p>
          <a:p>
            <a:r>
              <a:t>5. Bulk import with progress tracking</a:t>
            </a:r>
          </a:p>
          <a:p>
            <a:r>
              <a:t>6. Real-time data refresh</a:t>
            </a:r>
          </a:p>
          <a:p>
            <a:r>
              <a:t>7. Mobile responsiveness</a:t>
            </a:r>
          </a:p>
          <a:p/>
          <a:p>
            <a:r>
              <a:t>Key Demo Points:</a:t>
            </a:r>
          </a:p>
          <a:p>
            <a:r>
              <a:t>• Smooth user experience</a:t>
            </a:r>
          </a:p>
          <a:p>
            <a:r>
              <a:t>• Real-time data updates</a:t>
            </a:r>
          </a:p>
          <a:p>
            <a:r>
              <a:t>• Responsive design</a:t>
            </a:r>
          </a:p>
          <a:p>
            <a:r>
              <a:t>• Error handling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Testing:</a:t>
            </a:r>
          </a:p>
          <a:p>
            <a:r>
              <a:t>• Component unit tests</a:t>
            </a:r>
          </a:p>
          <a:p>
            <a:r>
              <a:t>• Integration testing</a:t>
            </a:r>
          </a:p>
          <a:p>
            <a:r>
              <a:t>• End-to-end testing</a:t>
            </a:r>
          </a:p>
          <a:p>
            <a:r>
              <a:t>• Visual regression testing</a:t>
            </a:r>
          </a:p>
          <a:p/>
          <a:p>
            <a:r>
              <a:t>Backend Testing:</a:t>
            </a:r>
          </a:p>
          <a:p>
            <a:r>
              <a:t>• API endpoint testing</a:t>
            </a:r>
          </a:p>
          <a:p>
            <a:r>
              <a:t>• Database integration tests</a:t>
            </a:r>
          </a:p>
          <a:p>
            <a:r>
              <a:t>• Error handling validation</a:t>
            </a:r>
          </a:p>
          <a:p>
            <a:r>
              <a:t>• Performance testing</a:t>
            </a:r>
          </a:p>
          <a:p/>
          <a:p>
            <a:r>
              <a:t>Quality Metrics:</a:t>
            </a:r>
          </a:p>
          <a:p>
            <a:r>
              <a:t>• TypeScript compile-time checks</a:t>
            </a:r>
          </a:p>
          <a:p>
            <a:r>
              <a:t>• ESLint code quality</a:t>
            </a:r>
          </a:p>
          <a:p>
            <a:r>
              <a:t>• Automated CI/CD pipeline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Development Workflow:</a:t>
            </a:r>
          </a:p>
          <a:p>
            <a:r>
              <a:t>• Feature branch development</a:t>
            </a:r>
          </a:p>
          <a:p>
            <a:r>
              <a:t>• Automated testing</a:t>
            </a:r>
          </a:p>
          <a:p>
            <a:r>
              <a:t>• Code review process</a:t>
            </a:r>
          </a:p>
          <a:p>
            <a:r>
              <a:t>• Continuous integration</a:t>
            </a:r>
          </a:p>
          <a:p/>
          <a:p>
            <a:r>
              <a:t>Production Deployment:</a:t>
            </a:r>
          </a:p>
          <a:p>
            <a:r>
              <a:t>• Optimized Vite builds</a:t>
            </a:r>
          </a:p>
          <a:p>
            <a:r>
              <a:t>• Environment configuration</a:t>
            </a:r>
          </a:p>
          <a:p>
            <a:r>
              <a:t>• Database migrations</a:t>
            </a:r>
          </a:p>
          <a:p>
            <a:r>
              <a:t>• Monitoring and logging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Features:</a:t>
            </a:r>
          </a:p>
          <a:p>
            <a:r>
              <a:t>• AI-powered content recommendations</a:t>
            </a:r>
          </a:p>
          <a:p>
            <a:r>
              <a:t>• Automated posting optimization</a:t>
            </a:r>
          </a:p>
          <a:p>
            <a:r>
              <a:t>• Multi-platform integration</a:t>
            </a:r>
          </a:p>
          <a:p>
            <a:r>
              <a:t>• Advanced team collaboration tools</a:t>
            </a:r>
          </a:p>
          <a:p/>
          <a:p>
            <a:r>
              <a:t>Technical Improvements:</a:t>
            </a:r>
          </a:p>
          <a:p>
            <a:r>
              <a:t>• GraphQL API implementation</a:t>
            </a:r>
          </a:p>
          <a:p>
            <a:r>
              <a:t>• Progressive Web App capabilities</a:t>
            </a:r>
          </a:p>
          <a:p>
            <a:r>
              <a:t>• Advanced caching strategies</a:t>
            </a:r>
          </a:p>
          <a:p>
            <a:r>
              <a:t>• Machine learning integration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Insights:</a:t>
            </a:r>
          </a:p>
          <a:p>
            <a:r>
              <a:t>• Importance of proper error handling</a:t>
            </a:r>
          </a:p>
          <a:p>
            <a:r>
              <a:t>• Benefits of TypeScript in large applications</a:t>
            </a:r>
          </a:p>
          <a:p>
            <a:r>
              <a:t>• Value of component-based architecture</a:t>
            </a:r>
          </a:p>
          <a:p>
            <a:r>
              <a:t>• Critical role of database design</a:t>
            </a:r>
          </a:p>
          <a:p/>
          <a:p>
            <a:r>
              <a:t>Project Management:</a:t>
            </a:r>
          </a:p>
          <a:p>
            <a:r>
              <a:t>• Iterative development approach</a:t>
            </a:r>
          </a:p>
          <a:p>
            <a:r>
              <a:t>• User feedback importance</a:t>
            </a:r>
          </a:p>
          <a:p>
            <a:r>
              <a:t>• Automated testing value</a:t>
            </a:r>
          </a:p>
          <a:p>
            <a:r>
              <a:t>• AI-assisted development benefits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Achievements:</a:t>
            </a:r>
          </a:p>
          <a:p>
            <a:r>
              <a:t>• Production-ready full-stack application</a:t>
            </a:r>
          </a:p>
          <a:p>
            <a:r>
              <a:t>• Modern architecture with best practices</a:t>
            </a:r>
          </a:p>
          <a:p>
            <a:r>
              <a:t>• Comprehensive feature set</a:t>
            </a:r>
          </a:p>
          <a:p>
            <a:r>
              <a:t>• Scalable and maintainable codebase</a:t>
            </a:r>
          </a:p>
          <a:p/>
          <a:p>
            <a:r>
              <a:t>Learning Outcomes:</a:t>
            </a:r>
          </a:p>
          <a:p>
            <a:r>
              <a:t>• Advanced React and TypeScript skills</a:t>
            </a:r>
          </a:p>
          <a:p>
            <a:r>
              <a:t>• Full-stack development experience</a:t>
            </a:r>
          </a:p>
          <a:p>
            <a:r>
              <a:t>• Database design and optimization</a:t>
            </a:r>
          </a:p>
          <a:p>
            <a:r>
              <a:t>• Third-party API integration</a:t>
            </a:r>
          </a:p>
          <a:p>
            <a:r>
              <a:t>• Modern DevOps practices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Summary:</a:t>
            </a:r>
          </a:p>
          <a:p>
            <a:r>
              <a:t>• Successfully built comprehensive analytics platform</a:t>
            </a:r>
          </a:p>
          <a:p>
            <a:r>
              <a:t>• Demonstrated advanced full-stack development skills</a:t>
            </a:r>
          </a:p>
          <a:p>
            <a:r>
              <a:t>• Implemented modern web technologies and best practices</a:t>
            </a:r>
          </a:p>
          <a:p>
            <a:r>
              <a:t>• Created production-ready application with real-world value</a:t>
            </a:r>
          </a:p>
          <a:p/>
          <a:p>
            <a:r>
              <a:t>Key Takeaways:</a:t>
            </a:r>
          </a:p>
          <a:p>
            <a:r>
              <a:t>• Modern web development requires full-stack thinking</a:t>
            </a:r>
          </a:p>
          <a:p>
            <a:r>
              <a:t>• User experience is paramount in application design</a:t>
            </a:r>
          </a:p>
          <a:p>
            <a:r>
              <a:t>• Proper architecture enables scalability and maintenance</a:t>
            </a:r>
          </a:p>
          <a:p>
            <a:r>
              <a:t>• Continuous learning and adaptation are essential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attention!</a:t>
            </a:r>
          </a:p>
          <a:p/>
          <a:p>
            <a:r>
              <a:t>Questions Welcome:</a:t>
            </a:r>
          </a:p>
          <a:p>
            <a:r>
              <a:t>• Technical implementation details</a:t>
            </a:r>
          </a:p>
          <a:p>
            <a:r>
              <a:t>• Architecture decisions</a:t>
            </a:r>
          </a:p>
          <a:p>
            <a:r>
              <a:t>• Challenges and solutions</a:t>
            </a:r>
          </a:p>
          <a:p>
            <a:r>
              <a:t>• Future development plans</a:t>
            </a:r>
          </a:p>
          <a:p/>
          <a:p>
            <a:r>
              <a:t>Contact Information:</a:t>
            </a:r>
          </a:p>
          <a:p>
            <a:r>
              <a:t>• Email: [Your Email]</a:t>
            </a:r>
          </a:p>
          <a:p>
            <a:r>
              <a:t>• GitHub: [Your GitHub Profile]</a:t>
            </a:r>
          </a:p>
          <a:p>
            <a:r>
              <a:t>• LinkedIn: [Your LinkedIn Profile]</a:t>
            </a:r>
          </a:p>
          <a:p/>
          <a:p>
            <a:r>
              <a:t>---</a:t>
            </a:r>
          </a:p>
          <a:p/>
          <a:p>
            <a:r>
              <a:t>## Presentation Tips:</a:t>
            </a:r>
          </a:p>
          <a:p/>
          <a:p>
            <a:r>
              <a:t>### For Each Slide:</a:t>
            </a:r>
          </a:p>
          <a:p>
            <a:r>
              <a:t>1. Keep text concise • Use bullet points, not paragraphs</a:t>
            </a:r>
          </a:p>
          <a:p>
            <a:r>
              <a:t>2. Include visuals • Screenshots, diagrams, code snippets</a:t>
            </a:r>
          </a:p>
          <a:p>
            <a:r>
              <a:t>3. Practice timing • Aim for 1-2 minutes per slide</a:t>
            </a:r>
          </a:p>
          <a:p>
            <a:r>
              <a:t>4. Prepare for questions • Know your code and architecture well</a:t>
            </a:r>
          </a:p>
          <a:p/>
          <a:p>
            <a:r>
              <a:t>### Demo Preparation:</a:t>
            </a:r>
          </a:p>
          <a:p>
            <a:r>
              <a:t>1. Test everything beforehand • Ensure all features work</a:t>
            </a:r>
          </a:p>
          <a:p>
            <a:r>
              <a:t>2. Have backup plans • Screenshots if live demo fails</a:t>
            </a:r>
          </a:p>
          <a:p>
            <a:r>
              <a:t>3. Practice the flow • Smooth transitions between features</a:t>
            </a:r>
          </a:p>
          <a:p>
            <a:r>
              <a:t>4. Prepare sample data • Interesting reels to showcase</a:t>
            </a:r>
          </a:p>
          <a:p/>
          <a:p>
            <a:r>
              <a:t>### Technical Details to Emphasize:</a:t>
            </a:r>
          </a:p>
          <a:p>
            <a:r>
              <a:t>1. Modern stack • React 18, TypeScript, Vite</a:t>
            </a:r>
          </a:p>
          <a:p>
            <a:r>
              <a:t>2. Architecture decisions • Why you chose specific technologies</a:t>
            </a:r>
          </a:p>
          <a:p>
            <a:r>
              <a:t>3. Problem-solving • How you overcame challenges</a:t>
            </a:r>
          </a:p>
          <a:p>
            <a:r>
              <a:t>4. Best practices • Security, performance, testing</a:t>
            </a:r>
          </a:p>
          <a:p/>
          <a:p>
            <a:r>
              <a:t>This presentation outline provides a comprehensive overview of your project while highlighting the technical complexity and real-world applicability of your Instagram Reels Analytics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